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1" r:id="rId7"/>
    <p:sldId id="262" r:id="rId8"/>
    <p:sldId id="263" r:id="rId9"/>
    <p:sldId id="266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726" autoAdjust="0"/>
  </p:normalViewPr>
  <p:slideViewPr>
    <p:cSldViewPr snapToGrid="0" snapToObjects="1">
      <p:cViewPr varScale="1">
        <p:scale>
          <a:sx n="160" d="100"/>
          <a:sy n="160" d="100"/>
        </p:scale>
        <p:origin x="25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私の出身地</a:t>
            </a:r>
            <a:br>
              <a:rPr lang="en-US" dirty="0"/>
            </a:br>
            <a:r>
              <a:rPr lang="ja-JP" altLang="en-US"/>
              <a:t>新座市の</a:t>
            </a:r>
            <a:r>
              <a:rPr dirty="0" err="1"/>
              <a:t>紹介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フレッシュマンセミナーI</a:t>
            </a:r>
            <a:r>
              <a:rPr dirty="0"/>
              <a:t> 第7回</a:t>
            </a:r>
            <a:br>
              <a:rPr dirty="0"/>
            </a:br>
            <a:br>
              <a:rPr dirty="0"/>
            </a:br>
            <a:r>
              <a:rPr lang="en-US" dirty="0"/>
              <a:t>SI26999</a:t>
            </a:r>
            <a:r>
              <a:rPr dirty="0"/>
              <a:t> </a:t>
            </a:r>
            <a:r>
              <a:rPr lang="ja-JP" altLang="en-US"/>
              <a:t>香川渓一郎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2026年5月31日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目的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自分の出身地を聞き手に紹介する</a:t>
            </a:r>
          </a:p>
          <a:p>
            <a:pPr lvl="0"/>
            <a:r>
              <a:t>場所，特徴，おすすめを分かりやすく伝える</a:t>
            </a:r>
          </a:p>
          <a:p>
            <a:pPr lvl="0"/>
            <a:r>
              <a:t>文字を詰め込みすぎず，要点を短く示す</a:t>
            </a:r>
          </a:p>
          <a:p>
            <a:pPr lvl="0"/>
            <a:r>
              <a:t>写真や図形を使って印象に残る資料にする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出身地の基本情報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都道府県：</a:t>
            </a:r>
          </a:p>
          <a:p>
            <a:pPr lvl="0"/>
            <a:r>
              <a:t>市区町村：</a:t>
            </a:r>
          </a:p>
          <a:p>
            <a:pPr lvl="0"/>
            <a:r>
              <a:t>人口や面積：</a:t>
            </a:r>
          </a:p>
          <a:p>
            <a:pPr lvl="0"/>
            <a:r>
              <a:t>有名な場所：</a:t>
            </a:r>
          </a:p>
          <a:p>
            <a:pPr lvl="0"/>
            <a:r>
              <a:t>自分との関わり：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9C4279-5091-8B51-F812-BA13E9596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/>
              <a:t>新座市</a:t>
            </a:r>
            <a:r>
              <a:rPr lang="ja-JP" altLang="ja-JP"/>
              <a:t>は自然が多く</a:t>
            </a:r>
            <a:r>
              <a:rPr lang="ja-JP" altLang="en-US"/>
              <a:t>ハイキングにぴったりな自然散策路が駅から降りてすぐにあり、秋は紅葉で有名な平林寺が散策によく都心にも出やすいので</a:t>
            </a:r>
            <a:r>
              <a:rPr lang="ja-JP" altLang="ja-JP"/>
              <a:t>住みやす</a:t>
            </a:r>
            <a:r>
              <a:rPr lang="ja-JP" altLang="en-US"/>
              <a:t>く、その上イメージキャラクターのゾウキリンがかわいいので</a:t>
            </a:r>
            <a:r>
              <a:rPr lang="ja-JP" altLang="ja-JP"/>
              <a:t>とても魅力的な</a:t>
            </a:r>
            <a:r>
              <a:rPr lang="ja-JP" altLang="en-US"/>
              <a:t>町</a:t>
            </a:r>
            <a:r>
              <a:rPr lang="ja-JP" altLang="ja-JP"/>
              <a:t>だと思います</a:t>
            </a:r>
            <a:r>
              <a:rPr lang="ja-JP" altLang="en-US"/>
              <a:t>。</a:t>
            </a:r>
            <a:endParaRPr lang="ja-JP" altLang="ja-JP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6B3CE9EA-77FC-6CC1-81B0-B7D0E699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新座市</a:t>
            </a:r>
            <a:r>
              <a:rPr lang="ja-JP" altLang="ja-JP"/>
              <a:t>の特徴</a:t>
            </a:r>
            <a:endParaRPr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D8E4DD2D-0418-4B9B-6A55-FD5B7E424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031" y="2790931"/>
            <a:ext cx="1940614" cy="1940614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84F15F-B80D-7FDE-D9CE-78AC2F3AA462}"/>
              </a:ext>
            </a:extLst>
          </p:cNvPr>
          <p:cNvSpPr txBox="1"/>
          <p:nvPr/>
        </p:nvSpPr>
        <p:spPr>
          <a:xfrm>
            <a:off x="5736242" y="3808215"/>
            <a:ext cx="28392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新座市イメージキャラクター</a:t>
            </a:r>
            <a:endParaRPr kumimoji="1" lang="en-US" altLang="ja-JP" dirty="0"/>
          </a:p>
          <a:p>
            <a:pPr algn="ctr"/>
            <a:r>
              <a:rPr kumimoji="1" lang="ja-JP" altLang="en-US"/>
              <a:t>ゾウキリン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©</a:t>
            </a:r>
            <a:r>
              <a:rPr kumimoji="1" lang="ja-JP" altLang="en-US"/>
              <a:t>新座市</a:t>
            </a:r>
            <a:r>
              <a:rPr kumimoji="1" lang="en-US" altLang="ja-JP" dirty="0"/>
              <a:t> 2010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4429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802CC9-76E7-6FA2-A710-1061999A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新座市</a:t>
            </a:r>
            <a:r>
              <a:rPr lang="ja-JP" altLang="ja-JP"/>
              <a:t>の特徴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0EE4D1-90B5-0877-F2DF-FE726DA66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ja-JP"/>
              <a:t>自然が多い</a:t>
            </a:r>
            <a:endParaRPr lang="en-US" altLang="ja-JP" dirty="0"/>
          </a:p>
          <a:p>
            <a:r>
              <a:rPr lang="ja-JP" altLang="en-US"/>
              <a:t>駅前からすぐに自然散策路に入れる</a:t>
            </a:r>
            <a:endParaRPr lang="en-US" altLang="ja-JP" dirty="0"/>
          </a:p>
          <a:p>
            <a:r>
              <a:rPr lang="ja-JP" altLang="en-US"/>
              <a:t>平林寺の雑木林と紅葉</a:t>
            </a:r>
            <a:r>
              <a:rPr lang="ja-JP" altLang="ja-JP"/>
              <a:t>が有名</a:t>
            </a:r>
            <a:endParaRPr lang="en-US" altLang="ja-JP" dirty="0"/>
          </a:p>
          <a:p>
            <a:r>
              <a:rPr lang="ja-JP" altLang="en-US"/>
              <a:t>都心に出やすい</a:t>
            </a:r>
            <a:endParaRPr lang="en-US" altLang="ja-JP" dirty="0"/>
          </a:p>
          <a:p>
            <a:r>
              <a:rPr lang="ja-JP" altLang="en-US"/>
              <a:t>イメージキャラクターの</a:t>
            </a:r>
            <a:br>
              <a:rPr lang="en-US" altLang="ja-JP" dirty="0"/>
            </a:br>
            <a:r>
              <a:rPr lang="ja-JP" altLang="en-US"/>
              <a:t>「ゾウキリン」がかわいい</a:t>
            </a:r>
            <a:endParaRPr lang="en-US" altLang="ja-JP" dirty="0"/>
          </a:p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CEBE191-36B1-F1B4-AA72-804B3B85E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027" y="1200151"/>
            <a:ext cx="2562307" cy="256230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B5AA6D3-33A3-25AB-E069-0972109B1CA4}"/>
              </a:ext>
            </a:extLst>
          </p:cNvPr>
          <p:cNvSpPr txBox="1"/>
          <p:nvPr/>
        </p:nvSpPr>
        <p:spPr>
          <a:xfrm>
            <a:off x="5847561" y="3808215"/>
            <a:ext cx="28392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新座市イメージキャラクター</a:t>
            </a:r>
            <a:endParaRPr kumimoji="1" lang="en-US" altLang="ja-JP" dirty="0"/>
          </a:p>
          <a:p>
            <a:pPr algn="ctr"/>
            <a:r>
              <a:rPr kumimoji="1" lang="ja-JP" altLang="en-US"/>
              <a:t>ゾウキリン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©</a:t>
            </a:r>
            <a:r>
              <a:rPr kumimoji="1" lang="ja-JP" altLang="en-US"/>
              <a:t>新座市</a:t>
            </a:r>
            <a:r>
              <a:rPr kumimoji="1" lang="en-US" altLang="ja-JP" dirty="0"/>
              <a:t> 2010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0526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写真・地図を入れる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出身地の位置が分かる地図を入れる</a:t>
            </a:r>
          </a:p>
          <a:p>
            <a:pPr lvl="0"/>
            <a:r>
              <a:t>観光地や風景の写真を入れる</a:t>
            </a:r>
          </a:p>
          <a:p>
            <a:pPr lvl="0"/>
            <a:r>
              <a:t>自分で撮影した写真を使う場合も，他人の顔や個人情報に注意する</a:t>
            </a:r>
          </a:p>
          <a:p>
            <a:pPr lvl="0"/>
            <a:r>
              <a:t>Web上の画像を使う場合は，出典を書く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私の出身地は，〇〇が特徴である</a:t>
            </a:r>
          </a:p>
          <a:p>
            <a:pPr lvl="0"/>
            <a:r>
              <a:t>特に紹介したい点は，〇〇である</a:t>
            </a:r>
          </a:p>
          <a:p>
            <a:pPr lvl="0"/>
            <a:r>
              <a:t>聞き手には，〇〇に注目してほしい</a:t>
            </a:r>
          </a:p>
          <a:p>
            <a:pPr lvl="0"/>
            <a:r>
              <a:t>機会があれば，ぜひ訪れてほしい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参考文献・出典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自治体公式Webサイト：</a:t>
            </a:r>
          </a:p>
          <a:p>
            <a:pPr lvl="0"/>
            <a:r>
              <a:t>観光協会Webサイト：</a:t>
            </a:r>
          </a:p>
          <a:p>
            <a:pPr lvl="0"/>
            <a:r>
              <a:t>画像の出典：</a:t>
            </a:r>
          </a:p>
          <a:p>
            <a:pPr lvl="0"/>
            <a:r>
              <a:t>生成AIを使った場合は，使用目的と反映内容を書く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381AED-B314-0833-DE9F-196C846E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D0C1B2-E8F1-1339-8832-BDD1EB4E1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2013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190</Words>
  <Application>Microsoft Macintosh PowerPoint</Application>
  <PresentationFormat>画面に合わせる (16:9)</PresentationFormat>
  <Paragraphs>43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私の出身地 新座市の紹介</vt:lpstr>
      <vt:lpstr>目的</vt:lpstr>
      <vt:lpstr>出身地の基本情報</vt:lpstr>
      <vt:lpstr>新座市の特徴</vt:lpstr>
      <vt:lpstr>新座市の特徴</vt:lpstr>
      <vt:lpstr>写真・地図を入れる</vt:lpstr>
      <vt:lpstr>まとめ</vt:lpstr>
      <vt:lpstr>参考文献・出典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私の出身地紹介</dc:title>
  <dc:creator>学籍番号 氏名</dc:creator>
  <cp:keywords/>
  <cp:lastModifiedBy>kkagawa</cp:lastModifiedBy>
  <cp:revision>5</cp:revision>
  <dcterms:created xsi:type="dcterms:W3CDTF">2026-05-31T06:56:05Z</dcterms:created>
  <dcterms:modified xsi:type="dcterms:W3CDTF">2026-05-31T09:39:49Z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2026年5月31日</vt:lpwstr>
  </property>
  <property fmtid="{D5CDD505-2E9C-101B-9397-08002B2CF9AE}" pid="3" name="subtitle">
    <vt:lpwstr>フレッシュマンセミナーI 第7回</vt:lpwstr>
  </property>
</Properties>
</file>