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8C42"/>
    <a:srgbClr val="FF6DF1"/>
    <a:srgbClr val="EA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58"/>
  </p:normalViewPr>
  <p:slideViewPr>
    <p:cSldViewPr snapToGrid="0">
      <p:cViewPr>
        <p:scale>
          <a:sx n="159" d="100"/>
          <a:sy n="159" d="100"/>
        </p:scale>
        <p:origin x="-1040" y="-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1DC35-4236-3598-862C-03C9864BB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0871A6-66EF-F515-2A57-9DA65212B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89A86D-FBF6-C1BA-66CC-64F47FBE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904BFB-A8C6-C647-B46A-E501EC11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447251-20E1-3D42-3B80-4B51DBC3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0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C1ADB4-21BA-52BC-2E64-7109D62C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4C8113-D515-1742-7168-9129F8CB6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0CBFA9-6EF6-71B2-93AA-22E87282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FF074F-9232-3A42-4BCB-52FA952F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7DBAD7-6DA5-881E-CC91-63C281F0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87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618DF-DC6B-2412-253C-D7E64826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03B7D8-79AC-881C-8397-ADBBB50B4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1E04BA-3BEF-0ACE-9B44-3CEFA428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1D38F7-558F-122D-228B-808CB7E1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CB93C-AF4A-CF6E-FC6B-412E9852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82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29DDD9-2FD7-0C7D-A73D-443B3516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822A8C-3679-9F00-2BBB-7C39E5F5B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31B435-6F68-15D9-89B2-C06D47F4A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180604-A08B-D536-2E2E-1EAF12FA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C4C9F4-E2A5-A275-68B9-DD116623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A4C084-6AFB-C02E-1CEF-0A3DE2B1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94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9E1E0D-37AC-8189-2086-0B52E00D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7E2E47-6384-35BD-D1D3-85AD5FEE2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2D4DCC-E87F-B4C5-E7B4-212C2001D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7B9F06B-CCB7-9D05-CE6F-F940F8FBF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D29EB0-DB9A-6CE4-D1F7-8BE59866D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2CBCF4-0615-05E2-6DE2-4866C56C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1DBF25-1140-E8E1-37B0-3296BC23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27996E1-3AC2-F27F-D6E1-55337E14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95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ABC21C-79A0-DCDC-A3E8-1921254A9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662751-A2E5-F024-5C79-8AFC8AFE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55BBE8-7FE2-74F6-96BE-9539E4E7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5057B9-B0BB-E788-D2C3-1E7BB7C9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430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9BD829-B85F-214B-F5DF-22355A3C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00828D9-03F9-749E-D02B-0B4750D8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51102F-3BCB-A5C5-AA0D-EB9C2EC8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57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C7ACE-B31D-2D3F-615F-54DBC01C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6B1180-3A36-3B16-A0B7-9AE043C02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6E2065-C308-08BE-49DF-2DAAE2806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3780B0-F159-743C-F033-3B10CDDF4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1D36E6-7B12-D452-F018-035C0DB6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5C2AD4-33F2-F7FB-383C-EBF31B7A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506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9E2C8-F66D-0CCA-3B71-592B3DCC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1CEA24-1098-735B-42E1-6C7267E12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BBE5B4-F0BE-07B9-237A-F13763A5E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F0D4C0-141C-EB22-62BC-AE54FE0B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8F0432-AF09-427C-C533-C4FE1AFE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012520-E835-1AF8-F4A9-A5BACA9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29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C22C2D-F8D5-F780-8FD4-C800697F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FF19F2-FBE2-E111-A79B-D7CA6B1A1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A5E2E0-C208-5A88-5106-338F0C05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2966A8-2CF4-A3C7-4EE0-7EE0488F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62F6BB-77CA-044C-B51E-EFD4F06D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53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B3B112-C97D-2D05-EEEA-C5541B4B4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15402A-EBB3-CAC0-7F8F-54122D1E8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E125B4-FBFA-5398-C534-11D7BDEE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664E7C-E00C-45E0-A513-7E529720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2CF124-08FD-A009-8E7C-8AD47413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67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4E2D5A2-9DFC-688F-CABA-695909E5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8F3703-0B7D-5F5B-7A4A-A60CF2D9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ABC2CF-ACD6-D4B0-0BC1-E133C037F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F6E39-3D6E-514F-AE84-E4684E1D813A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C3B0BC-F927-FB7A-D604-0854F4A8D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E6BFF8-B8DA-DD5F-85F3-AF22CF550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804FA-4159-5E42-81F6-7062ABE8EB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37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04B94-41B8-591B-83CA-99C27678F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フレッシュマンセミナー</a:t>
            </a:r>
            <a:r>
              <a:rPr kumimoji="1" lang="en-US" altLang="ja-JP" dirty="0"/>
              <a:t>I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83168A-91B7-C32B-3E28-A1CADE00BD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1097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A0A87CB-DB86-6235-FE7D-52A8E8FB2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993" y="1887220"/>
            <a:ext cx="3175000" cy="3175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840CEA7-3332-CD9B-A0C4-02132580A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993" y="1535528"/>
            <a:ext cx="3175000" cy="3175000"/>
          </a:xfrm>
          <a:prstGeom prst="rect">
            <a:avLst/>
          </a:prstGeom>
        </p:spPr>
      </p:pic>
      <p:sp>
        <p:nvSpPr>
          <p:cNvPr id="10" name="右矢印 9">
            <a:extLst>
              <a:ext uri="{FF2B5EF4-FFF2-40B4-BE49-F238E27FC236}">
                <a16:creationId xmlns:a16="http://schemas.microsoft.com/office/drawing/2014/main" id="{080A9260-3CFD-6CB2-EA07-6F71A34FEC8B}"/>
              </a:ext>
            </a:extLst>
          </p:cNvPr>
          <p:cNvSpPr/>
          <p:nvPr/>
        </p:nvSpPr>
        <p:spPr>
          <a:xfrm>
            <a:off x="3882683" y="3123028"/>
            <a:ext cx="4220308" cy="703384"/>
          </a:xfrm>
          <a:prstGeom prst="rightArrow">
            <a:avLst>
              <a:gd name="adj1" fmla="val 50000"/>
              <a:gd name="adj2" fmla="val 78721"/>
            </a:avLst>
          </a:prstGeom>
          <a:solidFill>
            <a:srgbClr val="1C8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7461136-5094-C67A-0612-29354D49E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5139427" y="2496537"/>
            <a:ext cx="1706818" cy="125298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1EADCB2-8034-2590-FD46-EB1FD3CADD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744"/>
          <a:stretch>
            <a:fillRect/>
          </a:stretch>
        </p:blipFill>
        <p:spPr>
          <a:xfrm>
            <a:off x="8026764" y="1331328"/>
            <a:ext cx="3729167" cy="1389321"/>
          </a:xfrm>
          <a:prstGeom prst="rect">
            <a:avLst/>
          </a:prstGeom>
        </p:spPr>
      </p:pic>
      <p:sp>
        <p:nvSpPr>
          <p:cNvPr id="14" name="円/楕円 13">
            <a:extLst>
              <a:ext uri="{FF2B5EF4-FFF2-40B4-BE49-F238E27FC236}">
                <a16:creationId xmlns:a16="http://schemas.microsoft.com/office/drawing/2014/main" id="{E6C96E43-4F0F-3B4B-F888-F83C41B8DDEB}"/>
              </a:ext>
            </a:extLst>
          </p:cNvPr>
          <p:cNvSpPr/>
          <p:nvPr/>
        </p:nvSpPr>
        <p:spPr>
          <a:xfrm>
            <a:off x="2211573" y="914401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66F7EB8F-523A-1F1C-6680-7ED3FFB4A18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17160" y="1133497"/>
            <a:ext cx="1162443" cy="1124793"/>
          </a:xfrm>
          <a:prstGeom prst="rect">
            <a:avLst/>
          </a:prstGeom>
        </p:spPr>
      </p:pic>
      <p:sp>
        <p:nvSpPr>
          <p:cNvPr id="20" name="円/楕円 19">
            <a:extLst>
              <a:ext uri="{FF2B5EF4-FFF2-40B4-BE49-F238E27FC236}">
                <a16:creationId xmlns:a16="http://schemas.microsoft.com/office/drawing/2014/main" id="{3B576E2F-93BD-A855-6804-A5CB7BC87551}"/>
              </a:ext>
            </a:extLst>
          </p:cNvPr>
          <p:cNvSpPr/>
          <p:nvPr/>
        </p:nvSpPr>
        <p:spPr>
          <a:xfrm>
            <a:off x="8902585" y="896086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5B9D0D7A-BC3A-EB35-29BD-B53A0ABA932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700000">
            <a:off x="9012615" y="1019653"/>
            <a:ext cx="1361023" cy="130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CB09-8FB0-C66F-7FBE-ED74D1D9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8DDC636-D573-0AEF-7F54-FA3FA28E7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379" y="1887220"/>
            <a:ext cx="3175000" cy="3175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A606AF5-B44F-439E-4920-CE094727A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518" y="1535528"/>
            <a:ext cx="3175000" cy="3175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1021C27-076B-ECEE-EFBA-21CECAC4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744"/>
          <a:stretch>
            <a:fillRect/>
          </a:stretch>
        </p:blipFill>
        <p:spPr>
          <a:xfrm>
            <a:off x="9314150" y="1331328"/>
            <a:ext cx="3729167" cy="1389321"/>
          </a:xfrm>
          <a:prstGeom prst="rect">
            <a:avLst/>
          </a:prstGeom>
        </p:spPr>
      </p:pic>
      <p:sp>
        <p:nvSpPr>
          <p:cNvPr id="14" name="円/楕円 13">
            <a:extLst>
              <a:ext uri="{FF2B5EF4-FFF2-40B4-BE49-F238E27FC236}">
                <a16:creationId xmlns:a16="http://schemas.microsoft.com/office/drawing/2014/main" id="{AF15DE18-6968-B6BF-5DB9-400E3D9E3470}"/>
              </a:ext>
            </a:extLst>
          </p:cNvPr>
          <p:cNvSpPr/>
          <p:nvPr/>
        </p:nvSpPr>
        <p:spPr>
          <a:xfrm>
            <a:off x="487062" y="914401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8302D80F-F82C-BE3F-376A-39877F0131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2649" y="1133497"/>
            <a:ext cx="1162443" cy="1124793"/>
          </a:xfrm>
          <a:prstGeom prst="rect">
            <a:avLst/>
          </a:prstGeom>
        </p:spPr>
      </p:pic>
      <p:sp>
        <p:nvSpPr>
          <p:cNvPr id="20" name="円/楕円 19">
            <a:extLst>
              <a:ext uri="{FF2B5EF4-FFF2-40B4-BE49-F238E27FC236}">
                <a16:creationId xmlns:a16="http://schemas.microsoft.com/office/drawing/2014/main" id="{9373E2B9-76D3-05B1-A3D4-0F8963CF352C}"/>
              </a:ext>
            </a:extLst>
          </p:cNvPr>
          <p:cNvSpPr/>
          <p:nvPr/>
        </p:nvSpPr>
        <p:spPr>
          <a:xfrm>
            <a:off x="10189971" y="896086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6C5FB7D-24A7-26FE-C3B2-7DC762380B1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Strokes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0001" y="1019653"/>
            <a:ext cx="1361023" cy="1300411"/>
          </a:xfrm>
          <a:prstGeom prst="rect">
            <a:avLst/>
          </a:prstGeom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4D7F6E8C-E57A-8B37-1CF8-B19F99E53CB8}"/>
              </a:ext>
            </a:extLst>
          </p:cNvPr>
          <p:cNvSpPr/>
          <p:nvPr/>
        </p:nvSpPr>
        <p:spPr>
          <a:xfrm>
            <a:off x="2034220" y="3077308"/>
            <a:ext cx="2659378" cy="703384"/>
          </a:xfrm>
          <a:prstGeom prst="rightArrow">
            <a:avLst>
              <a:gd name="adj1" fmla="val 50000"/>
              <a:gd name="adj2" fmla="val 78721"/>
            </a:avLst>
          </a:prstGeom>
          <a:solidFill>
            <a:srgbClr val="1C8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457E9A49-E1DE-7BA5-0539-5B5BD1311FC5}"/>
              </a:ext>
            </a:extLst>
          </p:cNvPr>
          <p:cNvSpPr/>
          <p:nvPr/>
        </p:nvSpPr>
        <p:spPr>
          <a:xfrm>
            <a:off x="6894236" y="3077308"/>
            <a:ext cx="2659378" cy="703384"/>
          </a:xfrm>
          <a:prstGeom prst="rightArrow">
            <a:avLst>
              <a:gd name="adj1" fmla="val 50000"/>
              <a:gd name="adj2" fmla="val 78721"/>
            </a:avLst>
          </a:prstGeom>
          <a:solidFill>
            <a:srgbClr val="1C8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943A1CFA-B396-484C-F4DC-2F31811B1406}"/>
              </a:ext>
            </a:extLst>
          </p:cNvPr>
          <p:cNvSpPr/>
          <p:nvPr/>
        </p:nvSpPr>
        <p:spPr>
          <a:xfrm>
            <a:off x="2748048" y="2228127"/>
            <a:ext cx="809704" cy="2401746"/>
          </a:xfrm>
          <a:prstGeom prst="roundRect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>
                <a:solidFill>
                  <a:srgbClr val="1C8C42"/>
                </a:solidFill>
              </a:rPr>
              <a:t>プロンプト</a:t>
            </a:r>
          </a:p>
        </p:txBody>
      </p:sp>
      <p:sp>
        <p:nvSpPr>
          <p:cNvPr id="15" name="大波 14">
            <a:extLst>
              <a:ext uri="{FF2B5EF4-FFF2-40B4-BE49-F238E27FC236}">
                <a16:creationId xmlns:a16="http://schemas.microsoft.com/office/drawing/2014/main" id="{F5DDCE99-4F11-AE5F-A7EC-E069385DA730}"/>
              </a:ext>
            </a:extLst>
          </p:cNvPr>
          <p:cNvSpPr/>
          <p:nvPr/>
        </p:nvSpPr>
        <p:spPr>
          <a:xfrm rot="4500000">
            <a:off x="7265615" y="2884633"/>
            <a:ext cx="1556519" cy="1088735"/>
          </a:xfrm>
          <a:prstGeom prst="wave">
            <a:avLst>
              <a:gd name="adj1" fmla="val 6416"/>
              <a:gd name="adj2" fmla="val -8314"/>
            </a:avLst>
          </a:prstGeom>
          <a:solidFill>
            <a:schemeClr val="bg1"/>
          </a:solidFill>
          <a:ln w="19050"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69E6358-27E4-0268-FE38-6DAAE9DE6C19}"/>
              </a:ext>
            </a:extLst>
          </p:cNvPr>
          <p:cNvCxnSpPr>
            <a:cxnSpLocks/>
          </p:cNvCxnSpPr>
          <p:nvPr/>
        </p:nvCxnSpPr>
        <p:spPr>
          <a:xfrm>
            <a:off x="7743463" y="2974356"/>
            <a:ext cx="451884" cy="0"/>
          </a:xfrm>
          <a:prstGeom prst="line">
            <a:avLst/>
          </a:prstGeom>
          <a:ln w="38100">
            <a:solidFill>
              <a:srgbClr val="1C8C4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0741583-8C68-5700-A1F1-A248AA0C0F58}"/>
              </a:ext>
            </a:extLst>
          </p:cNvPr>
          <p:cNvCxnSpPr>
            <a:cxnSpLocks/>
          </p:cNvCxnSpPr>
          <p:nvPr/>
        </p:nvCxnSpPr>
        <p:spPr>
          <a:xfrm>
            <a:off x="7803266" y="3126756"/>
            <a:ext cx="451884" cy="0"/>
          </a:xfrm>
          <a:prstGeom prst="line">
            <a:avLst/>
          </a:prstGeom>
          <a:ln w="38100">
            <a:solidFill>
              <a:srgbClr val="1C8C4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FBF69CB3-8A76-5DD8-F9B9-FFB7872A614A}"/>
              </a:ext>
            </a:extLst>
          </p:cNvPr>
          <p:cNvCxnSpPr>
            <a:cxnSpLocks/>
          </p:cNvCxnSpPr>
          <p:nvPr/>
        </p:nvCxnSpPr>
        <p:spPr>
          <a:xfrm>
            <a:off x="7837989" y="3277225"/>
            <a:ext cx="451884" cy="0"/>
          </a:xfrm>
          <a:prstGeom prst="line">
            <a:avLst/>
          </a:prstGeom>
          <a:ln w="38100">
            <a:solidFill>
              <a:srgbClr val="1C8C4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30A47E32-4E51-3DFD-2A54-66D94E6FE7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042" y="1525753"/>
            <a:ext cx="2021226" cy="202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8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1A1C-E76F-68E8-98CE-79EE917AE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D1718B6-CADD-0F75-5F8D-50CABEFF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993" y="1535528"/>
            <a:ext cx="3175000" cy="3175000"/>
          </a:xfrm>
          <a:prstGeom prst="rect">
            <a:avLst/>
          </a:prstGeom>
        </p:spPr>
      </p:pic>
      <p:sp>
        <p:nvSpPr>
          <p:cNvPr id="10" name="右矢印 9">
            <a:extLst>
              <a:ext uri="{FF2B5EF4-FFF2-40B4-BE49-F238E27FC236}">
                <a16:creationId xmlns:a16="http://schemas.microsoft.com/office/drawing/2014/main" id="{FBC2BC71-217D-6A1A-F57E-7E462B1D4BC8}"/>
              </a:ext>
            </a:extLst>
          </p:cNvPr>
          <p:cNvSpPr/>
          <p:nvPr/>
        </p:nvSpPr>
        <p:spPr>
          <a:xfrm>
            <a:off x="3882683" y="3123028"/>
            <a:ext cx="4220308" cy="703384"/>
          </a:xfrm>
          <a:prstGeom prst="rightArrow">
            <a:avLst>
              <a:gd name="adj1" fmla="val 50000"/>
              <a:gd name="adj2" fmla="val 78721"/>
            </a:avLst>
          </a:prstGeom>
          <a:solidFill>
            <a:srgbClr val="1C8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2862E340-4127-0534-F90C-2C0A62ADAC73}"/>
              </a:ext>
            </a:extLst>
          </p:cNvPr>
          <p:cNvSpPr/>
          <p:nvPr/>
        </p:nvSpPr>
        <p:spPr>
          <a:xfrm>
            <a:off x="2211573" y="914401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22B7F65A-8D6F-F2B5-F52D-E028707C2BC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17160" y="1133497"/>
            <a:ext cx="1162443" cy="1124793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0A699E14-6ADF-5D8D-42D6-FA0C66C6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007" y="1535528"/>
            <a:ext cx="3175000" cy="3175000"/>
          </a:xfrm>
          <a:prstGeom prst="rect">
            <a:avLst/>
          </a:prstGeom>
        </p:spPr>
      </p:pic>
      <p:sp>
        <p:nvSpPr>
          <p:cNvPr id="3" name="円/楕円 2">
            <a:extLst>
              <a:ext uri="{FF2B5EF4-FFF2-40B4-BE49-F238E27FC236}">
                <a16:creationId xmlns:a16="http://schemas.microsoft.com/office/drawing/2014/main" id="{E543F68C-07C7-25F3-72AF-93F2C7215A19}"/>
              </a:ext>
            </a:extLst>
          </p:cNvPr>
          <p:cNvSpPr/>
          <p:nvPr/>
        </p:nvSpPr>
        <p:spPr>
          <a:xfrm>
            <a:off x="8184252" y="885453"/>
            <a:ext cx="1573618" cy="1562986"/>
          </a:xfrm>
          <a:prstGeom prst="ellipse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0AF4E51-7E3C-4C17-649C-0B1164C87E4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700000">
            <a:off x="8294282" y="1009020"/>
            <a:ext cx="1361023" cy="1300411"/>
          </a:xfrm>
          <a:prstGeom prst="rect">
            <a:avLst/>
          </a:prstGeom>
        </p:spPr>
      </p:pic>
      <p:sp>
        <p:nvSpPr>
          <p:cNvPr id="8" name="角丸四角形 7">
            <a:extLst>
              <a:ext uri="{FF2B5EF4-FFF2-40B4-BE49-F238E27FC236}">
                <a16:creationId xmlns:a16="http://schemas.microsoft.com/office/drawing/2014/main" id="{2D58AC4F-4E82-DC69-5258-5EAEACC415B5}"/>
              </a:ext>
            </a:extLst>
          </p:cNvPr>
          <p:cNvSpPr/>
          <p:nvPr/>
        </p:nvSpPr>
        <p:spPr>
          <a:xfrm>
            <a:off x="5079010" y="2258290"/>
            <a:ext cx="1452195" cy="2339163"/>
          </a:xfrm>
          <a:prstGeom prst="roundRect">
            <a:avLst/>
          </a:prstGeom>
          <a:solidFill>
            <a:schemeClr val="bg1"/>
          </a:solidFill>
          <a:ln>
            <a:solidFill>
              <a:srgbClr val="1C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>
                <a:solidFill>
                  <a:srgbClr val="1C8C42"/>
                </a:solidFill>
              </a:rPr>
              <a:t>声</a:t>
            </a:r>
            <a:endParaRPr kumimoji="1" lang="en-US" altLang="ja-JP" sz="4000" b="1" dirty="0">
              <a:solidFill>
                <a:srgbClr val="1C8C42"/>
              </a:solidFill>
            </a:endParaRPr>
          </a:p>
          <a:p>
            <a:pPr algn="ctr"/>
            <a:r>
              <a:rPr lang="ja-JP" altLang="en-US" sz="4000" b="1">
                <a:solidFill>
                  <a:srgbClr val="1C8C42"/>
                </a:solidFill>
              </a:rPr>
              <a:t>表情</a:t>
            </a:r>
            <a:endParaRPr lang="en-US" altLang="ja-JP" sz="4000" b="1" dirty="0">
              <a:solidFill>
                <a:srgbClr val="1C8C42"/>
              </a:solidFill>
            </a:endParaRPr>
          </a:p>
          <a:p>
            <a:pPr algn="ctr"/>
            <a:r>
              <a:rPr kumimoji="1" lang="ja-JP" altLang="en-US" sz="4000" b="1">
                <a:solidFill>
                  <a:srgbClr val="1C8C42"/>
                </a:solidFill>
              </a:rPr>
              <a:t>仕草</a:t>
            </a:r>
          </a:p>
        </p:txBody>
      </p:sp>
    </p:spTree>
    <p:extLst>
      <p:ext uri="{BB962C8B-B14F-4D97-AF65-F5344CB8AC3E}">
        <p14:creationId xmlns:p14="http://schemas.microsoft.com/office/powerpoint/2010/main" val="34480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大波 3">
            <a:extLst>
              <a:ext uri="{FF2B5EF4-FFF2-40B4-BE49-F238E27FC236}">
                <a16:creationId xmlns:a16="http://schemas.microsoft.com/office/drawing/2014/main" id="{6F0BE1BB-30E7-FDEB-7E37-7392D0F267CB}"/>
              </a:ext>
            </a:extLst>
          </p:cNvPr>
          <p:cNvSpPr/>
          <p:nvPr/>
        </p:nvSpPr>
        <p:spPr>
          <a:xfrm rot="4500000">
            <a:off x="3976577" y="1467293"/>
            <a:ext cx="3997842" cy="2796363"/>
          </a:xfrm>
          <a:prstGeom prst="wave">
            <a:avLst>
              <a:gd name="adj1" fmla="val 6416"/>
              <a:gd name="adj2" fmla="val -8314"/>
            </a:avLst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5704895-9A2F-C5E2-30DB-5D2B184FB782}"/>
              </a:ext>
            </a:extLst>
          </p:cNvPr>
          <p:cNvCxnSpPr/>
          <p:nvPr/>
        </p:nvCxnSpPr>
        <p:spPr>
          <a:xfrm>
            <a:off x="5098312" y="2812311"/>
            <a:ext cx="175437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42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D166-33C4-A4E7-4BC1-F4C67DD9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B54A5A5-5B09-7C51-A05A-86A15E258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8" y="653143"/>
            <a:ext cx="5800831" cy="323396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1CF67DE-902B-21FE-AB1D-D68A3C70D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17" y="1567543"/>
            <a:ext cx="775816" cy="116930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E1233AA-368F-60FE-D726-852CB57A8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9" y="4085865"/>
            <a:ext cx="1219200" cy="183757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9EA4065-FFC6-C429-BEA5-3C7C20541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629" y="3747351"/>
            <a:ext cx="2576098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6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B522-9DDE-4175-49BD-69997401D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75297351-5184-D145-4BD2-179D6D4ED530}"/>
              </a:ext>
            </a:extLst>
          </p:cNvPr>
          <p:cNvGrpSpPr/>
          <p:nvPr/>
        </p:nvGrpSpPr>
        <p:grpSpPr>
          <a:xfrm>
            <a:off x="6185984" y="3453889"/>
            <a:ext cx="1742820" cy="805389"/>
            <a:chOff x="3254828" y="5139220"/>
            <a:chExt cx="2744266" cy="1268176"/>
          </a:xfrm>
        </p:grpSpPr>
        <p:sp>
          <p:nvSpPr>
            <p:cNvPr id="14" name="フリーフォーム 13">
              <a:extLst>
                <a:ext uri="{FF2B5EF4-FFF2-40B4-BE49-F238E27FC236}">
                  <a16:creationId xmlns:a16="http://schemas.microsoft.com/office/drawing/2014/main" id="{928C5FC0-1C03-36B8-098A-A7010FF8F081}"/>
                </a:ext>
              </a:extLst>
            </p:cNvPr>
            <p:cNvSpPr/>
            <p:nvPr/>
          </p:nvSpPr>
          <p:spPr>
            <a:xfrm rot="10800000">
              <a:off x="3254828" y="5139220"/>
              <a:ext cx="2744266" cy="1268176"/>
            </a:xfrm>
            <a:custGeom>
              <a:avLst/>
              <a:gdLst>
                <a:gd name="csX0" fmla="*/ 1419283 w 2744266"/>
                <a:gd name="csY0" fmla="*/ 1268176 h 1268176"/>
                <a:gd name="csX1" fmla="*/ 818940 w 2744266"/>
                <a:gd name="csY1" fmla="*/ 951579 h 1268176"/>
                <a:gd name="csX2" fmla="*/ 698578 w 2744266"/>
                <a:gd name="csY2" fmla="*/ 942998 h 1268176"/>
                <a:gd name="csX3" fmla="*/ 0 w 2744266"/>
                <a:gd name="csY3" fmla="*/ 783625 h 1268176"/>
                <a:gd name="csX4" fmla="*/ 379697 w 2744266"/>
                <a:gd name="csY4" fmla="*/ 567210 h 1268176"/>
                <a:gd name="csX5" fmla="*/ 43544 w 2744266"/>
                <a:gd name="csY5" fmla="*/ 437882 h 1268176"/>
                <a:gd name="csX6" fmla="*/ 1062231 w 2744266"/>
                <a:gd name="csY6" fmla="*/ 229205 h 1268176"/>
                <a:gd name="csX7" fmla="*/ 1285539 w 2744266"/>
                <a:gd name="csY7" fmla="*/ 215668 h 1268176"/>
                <a:gd name="csX8" fmla="*/ 1371250 w 2744266"/>
                <a:gd name="csY8" fmla="*/ 0 h 1268176"/>
                <a:gd name="csX9" fmla="*/ 1751754 w 2744266"/>
                <a:gd name="csY9" fmla="*/ 200663 h 1268176"/>
                <a:gd name="csX10" fmla="*/ 1888537 w 2744266"/>
                <a:gd name="csY10" fmla="*/ 202372 h 1268176"/>
                <a:gd name="csX11" fmla="*/ 2207199 w 2744266"/>
                <a:gd name="csY11" fmla="*/ 231055 h 1268176"/>
                <a:gd name="csX12" fmla="*/ 2418460 w 2744266"/>
                <a:gd name="csY12" fmla="*/ 363281 h 1268176"/>
                <a:gd name="csX13" fmla="*/ 2432944 w 2744266"/>
                <a:gd name="csY13" fmla="*/ 389493 h 1268176"/>
                <a:gd name="csX14" fmla="*/ 2744266 w 2744266"/>
                <a:gd name="csY14" fmla="*/ 32460 h 1268176"/>
                <a:gd name="csX15" fmla="*/ 2744265 w 2744266"/>
                <a:gd name="csY15" fmla="*/ 1131918 h 1268176"/>
                <a:gd name="csX16" fmla="*/ 2445564 w 2744266"/>
                <a:gd name="csY16" fmla="*/ 789358 h 1268176"/>
                <a:gd name="csX17" fmla="*/ 2441422 w 2744266"/>
                <a:gd name="csY17" fmla="*/ 798695 h 1268176"/>
                <a:gd name="csX18" fmla="*/ 2239854 w 2744266"/>
                <a:gd name="csY18" fmla="*/ 936023 h 1268176"/>
                <a:gd name="csX19" fmla="*/ 1762482 w 2744266"/>
                <a:gd name="csY19" fmla="*/ 978862 h 1268176"/>
                <a:gd name="csX20" fmla="*/ 1533854 w 2744266"/>
                <a:gd name="csY20" fmla="*/ 979892 h 12681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744266" h="1268176">
                  <a:moveTo>
                    <a:pt x="1419283" y="1268176"/>
                  </a:moveTo>
                  <a:lnTo>
                    <a:pt x="818940" y="951579"/>
                  </a:lnTo>
                  <a:lnTo>
                    <a:pt x="698578" y="942998"/>
                  </a:lnTo>
                  <a:cubicBezTo>
                    <a:pt x="355910" y="910668"/>
                    <a:pt x="74130" y="857754"/>
                    <a:pt x="0" y="783625"/>
                  </a:cubicBezTo>
                  <a:cubicBezTo>
                    <a:pt x="119310" y="664315"/>
                    <a:pt x="260388" y="686519"/>
                    <a:pt x="379697" y="567210"/>
                  </a:cubicBezTo>
                  <a:lnTo>
                    <a:pt x="43544" y="437882"/>
                  </a:lnTo>
                  <a:cubicBezTo>
                    <a:pt x="142383" y="339043"/>
                    <a:pt x="591784" y="266580"/>
                    <a:pt x="1062231" y="229205"/>
                  </a:cubicBezTo>
                  <a:lnTo>
                    <a:pt x="1285539" y="215668"/>
                  </a:lnTo>
                  <a:lnTo>
                    <a:pt x="1371250" y="0"/>
                  </a:lnTo>
                  <a:lnTo>
                    <a:pt x="1751754" y="200663"/>
                  </a:lnTo>
                  <a:lnTo>
                    <a:pt x="1888537" y="202372"/>
                  </a:lnTo>
                  <a:cubicBezTo>
                    <a:pt x="2026551" y="206080"/>
                    <a:pt x="2138564" y="215488"/>
                    <a:pt x="2207199" y="231055"/>
                  </a:cubicBezTo>
                  <a:cubicBezTo>
                    <a:pt x="2298712" y="251811"/>
                    <a:pt x="2369501" y="300493"/>
                    <a:pt x="2418460" y="363281"/>
                  </a:cubicBezTo>
                  <a:lnTo>
                    <a:pt x="2432944" y="389493"/>
                  </a:lnTo>
                  <a:lnTo>
                    <a:pt x="2744266" y="32460"/>
                  </a:lnTo>
                  <a:lnTo>
                    <a:pt x="2744265" y="1131918"/>
                  </a:lnTo>
                  <a:lnTo>
                    <a:pt x="2445564" y="789358"/>
                  </a:lnTo>
                  <a:lnTo>
                    <a:pt x="2441422" y="798695"/>
                  </a:lnTo>
                  <a:cubicBezTo>
                    <a:pt x="2398642" y="862616"/>
                    <a:pt x="2331821" y="912999"/>
                    <a:pt x="2239854" y="936023"/>
                  </a:cubicBezTo>
                  <a:cubicBezTo>
                    <a:pt x="2147888" y="959047"/>
                    <a:pt x="1974268" y="973389"/>
                    <a:pt x="1762482" y="978862"/>
                  </a:cubicBezTo>
                  <a:lnTo>
                    <a:pt x="1533854" y="97989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156EAA35-7E18-3E7C-4F61-06E5419B9213}"/>
                </a:ext>
              </a:extLst>
            </p:cNvPr>
            <p:cNvSpPr/>
            <p:nvPr/>
          </p:nvSpPr>
          <p:spPr>
            <a:xfrm>
              <a:off x="5584371" y="5575023"/>
              <a:ext cx="107320" cy="1073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8E3DB4EF-040F-06C6-26B1-8B391ADC04A0}"/>
              </a:ext>
            </a:extLst>
          </p:cNvPr>
          <p:cNvGrpSpPr/>
          <p:nvPr/>
        </p:nvGrpSpPr>
        <p:grpSpPr>
          <a:xfrm>
            <a:off x="4235271" y="3064142"/>
            <a:ext cx="2827830" cy="2646748"/>
            <a:chOff x="2967790" y="3232209"/>
            <a:chExt cx="1840830" cy="1722951"/>
          </a:xfrm>
        </p:grpSpPr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F8C82ECD-787A-01DC-C9E4-86662987F8F1}"/>
                </a:ext>
              </a:extLst>
            </p:cNvPr>
            <p:cNvGrpSpPr/>
            <p:nvPr/>
          </p:nvGrpSpPr>
          <p:grpSpPr>
            <a:xfrm>
              <a:off x="2967790" y="3232209"/>
              <a:ext cx="1840830" cy="1722951"/>
              <a:chOff x="3112169" y="3232209"/>
              <a:chExt cx="1840830" cy="1722951"/>
            </a:xfrm>
          </p:grpSpPr>
          <p:sp>
            <p:nvSpPr>
              <p:cNvPr id="42" name="フリーフォーム 41">
                <a:extLst>
                  <a:ext uri="{FF2B5EF4-FFF2-40B4-BE49-F238E27FC236}">
                    <a16:creationId xmlns:a16="http://schemas.microsoft.com/office/drawing/2014/main" id="{9C121FAF-9D20-4B54-34A5-620A0DA94D94}"/>
                  </a:ext>
                </a:extLst>
              </p:cNvPr>
              <p:cNvSpPr/>
              <p:nvPr/>
            </p:nvSpPr>
            <p:spPr>
              <a:xfrm>
                <a:off x="3280610" y="3232209"/>
                <a:ext cx="1511968" cy="1722951"/>
              </a:xfrm>
              <a:custGeom>
                <a:avLst/>
                <a:gdLst>
                  <a:gd name="csX0" fmla="*/ 315568 w 1511968"/>
                  <a:gd name="csY0" fmla="*/ 0 h 1642741"/>
                  <a:gd name="csX1" fmla="*/ 555337 w 1511968"/>
                  <a:gd name="csY1" fmla="*/ 239769 h 1642741"/>
                  <a:gd name="csX2" fmla="*/ 603627 w 1511968"/>
                  <a:gd name="csY2" fmla="*/ 225575 h 1642741"/>
                  <a:gd name="csX3" fmla="*/ 755984 w 1511968"/>
                  <a:gd name="csY3" fmla="*/ 211031 h 1642741"/>
                  <a:gd name="csX4" fmla="*/ 908341 w 1511968"/>
                  <a:gd name="csY4" fmla="*/ 225575 h 1642741"/>
                  <a:gd name="csX5" fmla="*/ 970828 w 1511968"/>
                  <a:gd name="csY5" fmla="*/ 243942 h 1642741"/>
                  <a:gd name="csX6" fmla="*/ 1214770 w 1511968"/>
                  <a:gd name="csY6" fmla="*/ 0 h 1642741"/>
                  <a:gd name="csX7" fmla="*/ 1401001 w 1511968"/>
                  <a:gd name="csY7" fmla="*/ 449601 h 1642741"/>
                  <a:gd name="csX8" fmla="*/ 1392075 w 1511968"/>
                  <a:gd name="csY8" fmla="*/ 542725 h 1642741"/>
                  <a:gd name="csX9" fmla="*/ 1452559 w 1511968"/>
                  <a:gd name="csY9" fmla="*/ 648243 h 1642741"/>
                  <a:gd name="csX10" fmla="*/ 1511968 w 1511968"/>
                  <a:gd name="csY10" fmla="*/ 926886 h 1642741"/>
                  <a:gd name="csX11" fmla="*/ 755984 w 1511968"/>
                  <a:gd name="csY11" fmla="*/ 1642741 h 1642741"/>
                  <a:gd name="csX12" fmla="*/ 0 w 1511968"/>
                  <a:gd name="csY12" fmla="*/ 926886 h 1642741"/>
                  <a:gd name="csX13" fmla="*/ 129111 w 1511968"/>
                  <a:gd name="csY13" fmla="*/ 526645 h 1642741"/>
                  <a:gd name="csX14" fmla="*/ 135968 w 1511968"/>
                  <a:gd name="csY14" fmla="*/ 518775 h 1642741"/>
                  <a:gd name="csX15" fmla="*/ 129338 w 1511968"/>
                  <a:gd name="csY15" fmla="*/ 449601 h 1642741"/>
                  <a:gd name="csX16" fmla="*/ 315568 w 1511968"/>
                  <a:gd name="csY16" fmla="*/ 0 h 1642741"/>
                  <a:gd name="csX0" fmla="*/ 74937 w 1511968"/>
                  <a:gd name="csY0" fmla="*/ 0 h 1682846"/>
                  <a:gd name="csX1" fmla="*/ 555337 w 1511968"/>
                  <a:gd name="csY1" fmla="*/ 279874 h 1682846"/>
                  <a:gd name="csX2" fmla="*/ 603627 w 1511968"/>
                  <a:gd name="csY2" fmla="*/ 265680 h 1682846"/>
                  <a:gd name="csX3" fmla="*/ 755984 w 1511968"/>
                  <a:gd name="csY3" fmla="*/ 251136 h 1682846"/>
                  <a:gd name="csX4" fmla="*/ 908341 w 1511968"/>
                  <a:gd name="csY4" fmla="*/ 265680 h 1682846"/>
                  <a:gd name="csX5" fmla="*/ 970828 w 1511968"/>
                  <a:gd name="csY5" fmla="*/ 284047 h 1682846"/>
                  <a:gd name="csX6" fmla="*/ 1214770 w 1511968"/>
                  <a:gd name="csY6" fmla="*/ 40105 h 1682846"/>
                  <a:gd name="csX7" fmla="*/ 1401001 w 1511968"/>
                  <a:gd name="csY7" fmla="*/ 489706 h 1682846"/>
                  <a:gd name="csX8" fmla="*/ 1392075 w 1511968"/>
                  <a:gd name="csY8" fmla="*/ 582830 h 1682846"/>
                  <a:gd name="csX9" fmla="*/ 1452559 w 1511968"/>
                  <a:gd name="csY9" fmla="*/ 688348 h 1682846"/>
                  <a:gd name="csX10" fmla="*/ 1511968 w 1511968"/>
                  <a:gd name="csY10" fmla="*/ 966991 h 1682846"/>
                  <a:gd name="csX11" fmla="*/ 755984 w 1511968"/>
                  <a:gd name="csY11" fmla="*/ 1682846 h 1682846"/>
                  <a:gd name="csX12" fmla="*/ 0 w 1511968"/>
                  <a:gd name="csY12" fmla="*/ 966991 h 1682846"/>
                  <a:gd name="csX13" fmla="*/ 129111 w 1511968"/>
                  <a:gd name="csY13" fmla="*/ 566750 h 1682846"/>
                  <a:gd name="csX14" fmla="*/ 135968 w 1511968"/>
                  <a:gd name="csY14" fmla="*/ 558880 h 1682846"/>
                  <a:gd name="csX15" fmla="*/ 129338 w 1511968"/>
                  <a:gd name="csY15" fmla="*/ 489706 h 1682846"/>
                  <a:gd name="csX16" fmla="*/ 74937 w 1511968"/>
                  <a:gd name="csY16" fmla="*/ 0 h 1682846"/>
                  <a:gd name="csX0" fmla="*/ 74937 w 1511968"/>
                  <a:gd name="csY0" fmla="*/ 0 h 1682846"/>
                  <a:gd name="csX1" fmla="*/ 443042 w 1511968"/>
                  <a:gd name="csY1" fmla="*/ 352063 h 1682846"/>
                  <a:gd name="csX2" fmla="*/ 603627 w 1511968"/>
                  <a:gd name="csY2" fmla="*/ 265680 h 1682846"/>
                  <a:gd name="csX3" fmla="*/ 755984 w 1511968"/>
                  <a:gd name="csY3" fmla="*/ 251136 h 1682846"/>
                  <a:gd name="csX4" fmla="*/ 908341 w 1511968"/>
                  <a:gd name="csY4" fmla="*/ 265680 h 1682846"/>
                  <a:gd name="csX5" fmla="*/ 970828 w 1511968"/>
                  <a:gd name="csY5" fmla="*/ 284047 h 1682846"/>
                  <a:gd name="csX6" fmla="*/ 1214770 w 1511968"/>
                  <a:gd name="csY6" fmla="*/ 40105 h 1682846"/>
                  <a:gd name="csX7" fmla="*/ 1401001 w 1511968"/>
                  <a:gd name="csY7" fmla="*/ 489706 h 1682846"/>
                  <a:gd name="csX8" fmla="*/ 1392075 w 1511968"/>
                  <a:gd name="csY8" fmla="*/ 582830 h 1682846"/>
                  <a:gd name="csX9" fmla="*/ 1452559 w 1511968"/>
                  <a:gd name="csY9" fmla="*/ 688348 h 1682846"/>
                  <a:gd name="csX10" fmla="*/ 1511968 w 1511968"/>
                  <a:gd name="csY10" fmla="*/ 966991 h 1682846"/>
                  <a:gd name="csX11" fmla="*/ 755984 w 1511968"/>
                  <a:gd name="csY11" fmla="*/ 1682846 h 1682846"/>
                  <a:gd name="csX12" fmla="*/ 0 w 1511968"/>
                  <a:gd name="csY12" fmla="*/ 966991 h 1682846"/>
                  <a:gd name="csX13" fmla="*/ 129111 w 1511968"/>
                  <a:gd name="csY13" fmla="*/ 566750 h 1682846"/>
                  <a:gd name="csX14" fmla="*/ 135968 w 1511968"/>
                  <a:gd name="csY14" fmla="*/ 558880 h 1682846"/>
                  <a:gd name="csX15" fmla="*/ 129338 w 1511968"/>
                  <a:gd name="csY15" fmla="*/ 489706 h 1682846"/>
                  <a:gd name="csX16" fmla="*/ 74937 w 1511968"/>
                  <a:gd name="csY16" fmla="*/ 0 h 1682846"/>
                  <a:gd name="csX0" fmla="*/ 74937 w 1511968"/>
                  <a:gd name="csY0" fmla="*/ 0 h 1682846"/>
                  <a:gd name="csX1" fmla="*/ 443042 w 1511968"/>
                  <a:gd name="csY1" fmla="*/ 352063 h 1682846"/>
                  <a:gd name="csX2" fmla="*/ 531438 w 1511968"/>
                  <a:gd name="csY2" fmla="*/ 305785 h 1682846"/>
                  <a:gd name="csX3" fmla="*/ 755984 w 1511968"/>
                  <a:gd name="csY3" fmla="*/ 251136 h 1682846"/>
                  <a:gd name="csX4" fmla="*/ 908341 w 1511968"/>
                  <a:gd name="csY4" fmla="*/ 265680 h 1682846"/>
                  <a:gd name="csX5" fmla="*/ 970828 w 1511968"/>
                  <a:gd name="csY5" fmla="*/ 284047 h 1682846"/>
                  <a:gd name="csX6" fmla="*/ 1214770 w 1511968"/>
                  <a:gd name="csY6" fmla="*/ 40105 h 1682846"/>
                  <a:gd name="csX7" fmla="*/ 1401001 w 1511968"/>
                  <a:gd name="csY7" fmla="*/ 489706 h 1682846"/>
                  <a:gd name="csX8" fmla="*/ 1392075 w 1511968"/>
                  <a:gd name="csY8" fmla="*/ 582830 h 1682846"/>
                  <a:gd name="csX9" fmla="*/ 1452559 w 1511968"/>
                  <a:gd name="csY9" fmla="*/ 688348 h 1682846"/>
                  <a:gd name="csX10" fmla="*/ 1511968 w 1511968"/>
                  <a:gd name="csY10" fmla="*/ 966991 h 1682846"/>
                  <a:gd name="csX11" fmla="*/ 755984 w 1511968"/>
                  <a:gd name="csY11" fmla="*/ 1682846 h 1682846"/>
                  <a:gd name="csX12" fmla="*/ 0 w 1511968"/>
                  <a:gd name="csY12" fmla="*/ 966991 h 1682846"/>
                  <a:gd name="csX13" fmla="*/ 129111 w 1511968"/>
                  <a:gd name="csY13" fmla="*/ 566750 h 1682846"/>
                  <a:gd name="csX14" fmla="*/ 135968 w 1511968"/>
                  <a:gd name="csY14" fmla="*/ 558880 h 1682846"/>
                  <a:gd name="csX15" fmla="*/ 129338 w 1511968"/>
                  <a:gd name="csY15" fmla="*/ 489706 h 1682846"/>
                  <a:gd name="csX16" fmla="*/ 74937 w 1511968"/>
                  <a:gd name="csY16" fmla="*/ 0 h 1682846"/>
                  <a:gd name="csX0" fmla="*/ 74937 w 1511968"/>
                  <a:gd name="csY0" fmla="*/ 0 h 1682846"/>
                  <a:gd name="csX1" fmla="*/ 443042 w 1511968"/>
                  <a:gd name="csY1" fmla="*/ 352063 h 1682846"/>
                  <a:gd name="csX2" fmla="*/ 531438 w 1511968"/>
                  <a:gd name="csY2" fmla="*/ 305785 h 1682846"/>
                  <a:gd name="csX3" fmla="*/ 683794 w 1511968"/>
                  <a:gd name="csY3" fmla="*/ 267179 h 1682846"/>
                  <a:gd name="csX4" fmla="*/ 908341 w 1511968"/>
                  <a:gd name="csY4" fmla="*/ 265680 h 1682846"/>
                  <a:gd name="csX5" fmla="*/ 970828 w 1511968"/>
                  <a:gd name="csY5" fmla="*/ 284047 h 1682846"/>
                  <a:gd name="csX6" fmla="*/ 1214770 w 1511968"/>
                  <a:gd name="csY6" fmla="*/ 40105 h 1682846"/>
                  <a:gd name="csX7" fmla="*/ 1401001 w 1511968"/>
                  <a:gd name="csY7" fmla="*/ 489706 h 1682846"/>
                  <a:gd name="csX8" fmla="*/ 1392075 w 1511968"/>
                  <a:gd name="csY8" fmla="*/ 582830 h 1682846"/>
                  <a:gd name="csX9" fmla="*/ 1452559 w 1511968"/>
                  <a:gd name="csY9" fmla="*/ 688348 h 1682846"/>
                  <a:gd name="csX10" fmla="*/ 1511968 w 1511968"/>
                  <a:gd name="csY10" fmla="*/ 966991 h 1682846"/>
                  <a:gd name="csX11" fmla="*/ 755984 w 1511968"/>
                  <a:gd name="csY11" fmla="*/ 1682846 h 1682846"/>
                  <a:gd name="csX12" fmla="*/ 0 w 1511968"/>
                  <a:gd name="csY12" fmla="*/ 966991 h 1682846"/>
                  <a:gd name="csX13" fmla="*/ 129111 w 1511968"/>
                  <a:gd name="csY13" fmla="*/ 566750 h 1682846"/>
                  <a:gd name="csX14" fmla="*/ 135968 w 1511968"/>
                  <a:gd name="csY14" fmla="*/ 558880 h 1682846"/>
                  <a:gd name="csX15" fmla="*/ 129338 w 1511968"/>
                  <a:gd name="csY15" fmla="*/ 489706 h 1682846"/>
                  <a:gd name="csX16" fmla="*/ 74937 w 1511968"/>
                  <a:gd name="csY16" fmla="*/ 0 h 1682846"/>
                  <a:gd name="csX0" fmla="*/ 74937 w 1511968"/>
                  <a:gd name="csY0" fmla="*/ 0 h 1682846"/>
                  <a:gd name="csX1" fmla="*/ 443042 w 1511968"/>
                  <a:gd name="csY1" fmla="*/ 352063 h 1682846"/>
                  <a:gd name="csX2" fmla="*/ 531438 w 1511968"/>
                  <a:gd name="csY2" fmla="*/ 305785 h 1682846"/>
                  <a:gd name="csX3" fmla="*/ 683794 w 1511968"/>
                  <a:gd name="csY3" fmla="*/ 267179 h 1682846"/>
                  <a:gd name="csX4" fmla="*/ 844173 w 1511968"/>
                  <a:gd name="csY4" fmla="*/ 273701 h 1682846"/>
                  <a:gd name="csX5" fmla="*/ 970828 w 1511968"/>
                  <a:gd name="csY5" fmla="*/ 284047 h 1682846"/>
                  <a:gd name="csX6" fmla="*/ 1214770 w 1511968"/>
                  <a:gd name="csY6" fmla="*/ 40105 h 1682846"/>
                  <a:gd name="csX7" fmla="*/ 1401001 w 1511968"/>
                  <a:gd name="csY7" fmla="*/ 489706 h 1682846"/>
                  <a:gd name="csX8" fmla="*/ 1392075 w 1511968"/>
                  <a:gd name="csY8" fmla="*/ 582830 h 1682846"/>
                  <a:gd name="csX9" fmla="*/ 1452559 w 1511968"/>
                  <a:gd name="csY9" fmla="*/ 688348 h 1682846"/>
                  <a:gd name="csX10" fmla="*/ 1511968 w 1511968"/>
                  <a:gd name="csY10" fmla="*/ 966991 h 1682846"/>
                  <a:gd name="csX11" fmla="*/ 755984 w 1511968"/>
                  <a:gd name="csY11" fmla="*/ 1682846 h 1682846"/>
                  <a:gd name="csX12" fmla="*/ 0 w 1511968"/>
                  <a:gd name="csY12" fmla="*/ 966991 h 1682846"/>
                  <a:gd name="csX13" fmla="*/ 129111 w 1511968"/>
                  <a:gd name="csY13" fmla="*/ 566750 h 1682846"/>
                  <a:gd name="csX14" fmla="*/ 135968 w 1511968"/>
                  <a:gd name="csY14" fmla="*/ 558880 h 1682846"/>
                  <a:gd name="csX15" fmla="*/ 129338 w 1511968"/>
                  <a:gd name="csY15" fmla="*/ 489706 h 1682846"/>
                  <a:gd name="csX16" fmla="*/ 74937 w 1511968"/>
                  <a:gd name="csY16" fmla="*/ 0 h 1682846"/>
                  <a:gd name="csX0" fmla="*/ 74937 w 1511968"/>
                  <a:gd name="csY0" fmla="*/ 40105 h 1722951"/>
                  <a:gd name="csX1" fmla="*/ 443042 w 1511968"/>
                  <a:gd name="csY1" fmla="*/ 392168 h 1722951"/>
                  <a:gd name="csX2" fmla="*/ 531438 w 1511968"/>
                  <a:gd name="csY2" fmla="*/ 345890 h 1722951"/>
                  <a:gd name="csX3" fmla="*/ 683794 w 1511968"/>
                  <a:gd name="csY3" fmla="*/ 307284 h 1722951"/>
                  <a:gd name="csX4" fmla="*/ 844173 w 1511968"/>
                  <a:gd name="csY4" fmla="*/ 313806 h 1722951"/>
                  <a:gd name="csX5" fmla="*/ 970828 w 1511968"/>
                  <a:gd name="csY5" fmla="*/ 324152 h 1722951"/>
                  <a:gd name="csX6" fmla="*/ 1014244 w 1511968"/>
                  <a:gd name="csY6" fmla="*/ 0 h 1722951"/>
                  <a:gd name="csX7" fmla="*/ 1401001 w 1511968"/>
                  <a:gd name="csY7" fmla="*/ 529811 h 1722951"/>
                  <a:gd name="csX8" fmla="*/ 1392075 w 1511968"/>
                  <a:gd name="csY8" fmla="*/ 622935 h 1722951"/>
                  <a:gd name="csX9" fmla="*/ 1452559 w 1511968"/>
                  <a:gd name="csY9" fmla="*/ 728453 h 1722951"/>
                  <a:gd name="csX10" fmla="*/ 1511968 w 1511968"/>
                  <a:gd name="csY10" fmla="*/ 1007096 h 1722951"/>
                  <a:gd name="csX11" fmla="*/ 755984 w 1511968"/>
                  <a:gd name="csY11" fmla="*/ 1722951 h 1722951"/>
                  <a:gd name="csX12" fmla="*/ 0 w 1511968"/>
                  <a:gd name="csY12" fmla="*/ 1007096 h 1722951"/>
                  <a:gd name="csX13" fmla="*/ 129111 w 1511968"/>
                  <a:gd name="csY13" fmla="*/ 606855 h 1722951"/>
                  <a:gd name="csX14" fmla="*/ 135968 w 1511968"/>
                  <a:gd name="csY14" fmla="*/ 598985 h 1722951"/>
                  <a:gd name="csX15" fmla="*/ 129338 w 1511968"/>
                  <a:gd name="csY15" fmla="*/ 529811 h 1722951"/>
                  <a:gd name="csX16" fmla="*/ 74937 w 1511968"/>
                  <a:gd name="csY16" fmla="*/ 40105 h 1722951"/>
                  <a:gd name="csX0" fmla="*/ 74937 w 1511968"/>
                  <a:gd name="csY0" fmla="*/ 40105 h 1722951"/>
                  <a:gd name="csX1" fmla="*/ 443042 w 1511968"/>
                  <a:gd name="csY1" fmla="*/ 392168 h 1722951"/>
                  <a:gd name="csX2" fmla="*/ 531438 w 1511968"/>
                  <a:gd name="csY2" fmla="*/ 345890 h 1722951"/>
                  <a:gd name="csX3" fmla="*/ 683794 w 1511968"/>
                  <a:gd name="csY3" fmla="*/ 307284 h 1722951"/>
                  <a:gd name="csX4" fmla="*/ 844173 w 1511968"/>
                  <a:gd name="csY4" fmla="*/ 313806 h 1722951"/>
                  <a:gd name="csX5" fmla="*/ 970828 w 1511968"/>
                  <a:gd name="csY5" fmla="*/ 324152 h 1722951"/>
                  <a:gd name="csX6" fmla="*/ 1014244 w 1511968"/>
                  <a:gd name="csY6" fmla="*/ 0 h 1722951"/>
                  <a:gd name="csX7" fmla="*/ 1216517 w 1511968"/>
                  <a:gd name="csY7" fmla="*/ 297201 h 1722951"/>
                  <a:gd name="csX8" fmla="*/ 1392075 w 1511968"/>
                  <a:gd name="csY8" fmla="*/ 622935 h 1722951"/>
                  <a:gd name="csX9" fmla="*/ 1452559 w 1511968"/>
                  <a:gd name="csY9" fmla="*/ 728453 h 1722951"/>
                  <a:gd name="csX10" fmla="*/ 1511968 w 1511968"/>
                  <a:gd name="csY10" fmla="*/ 1007096 h 1722951"/>
                  <a:gd name="csX11" fmla="*/ 755984 w 1511968"/>
                  <a:gd name="csY11" fmla="*/ 1722951 h 1722951"/>
                  <a:gd name="csX12" fmla="*/ 0 w 1511968"/>
                  <a:gd name="csY12" fmla="*/ 1007096 h 1722951"/>
                  <a:gd name="csX13" fmla="*/ 129111 w 1511968"/>
                  <a:gd name="csY13" fmla="*/ 606855 h 1722951"/>
                  <a:gd name="csX14" fmla="*/ 135968 w 1511968"/>
                  <a:gd name="csY14" fmla="*/ 598985 h 1722951"/>
                  <a:gd name="csX15" fmla="*/ 129338 w 1511968"/>
                  <a:gd name="csY15" fmla="*/ 529811 h 1722951"/>
                  <a:gd name="csX16" fmla="*/ 74937 w 1511968"/>
                  <a:gd name="csY16" fmla="*/ 40105 h 1722951"/>
                  <a:gd name="csX0" fmla="*/ 74937 w 1511968"/>
                  <a:gd name="csY0" fmla="*/ 40105 h 1722951"/>
                  <a:gd name="csX1" fmla="*/ 443042 w 1511968"/>
                  <a:gd name="csY1" fmla="*/ 392168 h 1722951"/>
                  <a:gd name="csX2" fmla="*/ 531438 w 1511968"/>
                  <a:gd name="csY2" fmla="*/ 345890 h 1722951"/>
                  <a:gd name="csX3" fmla="*/ 683794 w 1511968"/>
                  <a:gd name="csY3" fmla="*/ 307284 h 1722951"/>
                  <a:gd name="csX4" fmla="*/ 844173 w 1511968"/>
                  <a:gd name="csY4" fmla="*/ 313806 h 1722951"/>
                  <a:gd name="csX5" fmla="*/ 970828 w 1511968"/>
                  <a:gd name="csY5" fmla="*/ 324152 h 1722951"/>
                  <a:gd name="csX6" fmla="*/ 1014244 w 1511968"/>
                  <a:gd name="csY6" fmla="*/ 0 h 1722951"/>
                  <a:gd name="csX7" fmla="*/ 1264643 w 1511968"/>
                  <a:gd name="csY7" fmla="*/ 305222 h 1722951"/>
                  <a:gd name="csX8" fmla="*/ 1392075 w 1511968"/>
                  <a:gd name="csY8" fmla="*/ 622935 h 1722951"/>
                  <a:gd name="csX9" fmla="*/ 1452559 w 1511968"/>
                  <a:gd name="csY9" fmla="*/ 728453 h 1722951"/>
                  <a:gd name="csX10" fmla="*/ 1511968 w 1511968"/>
                  <a:gd name="csY10" fmla="*/ 1007096 h 1722951"/>
                  <a:gd name="csX11" fmla="*/ 755984 w 1511968"/>
                  <a:gd name="csY11" fmla="*/ 1722951 h 1722951"/>
                  <a:gd name="csX12" fmla="*/ 0 w 1511968"/>
                  <a:gd name="csY12" fmla="*/ 1007096 h 1722951"/>
                  <a:gd name="csX13" fmla="*/ 129111 w 1511968"/>
                  <a:gd name="csY13" fmla="*/ 606855 h 1722951"/>
                  <a:gd name="csX14" fmla="*/ 135968 w 1511968"/>
                  <a:gd name="csY14" fmla="*/ 598985 h 1722951"/>
                  <a:gd name="csX15" fmla="*/ 129338 w 1511968"/>
                  <a:gd name="csY15" fmla="*/ 529811 h 1722951"/>
                  <a:gd name="csX16" fmla="*/ 74937 w 1511968"/>
                  <a:gd name="csY16" fmla="*/ 40105 h 1722951"/>
                  <a:gd name="csX0" fmla="*/ 74937 w 1511968"/>
                  <a:gd name="csY0" fmla="*/ 40105 h 1722951"/>
                  <a:gd name="csX1" fmla="*/ 443042 w 1511968"/>
                  <a:gd name="csY1" fmla="*/ 392168 h 1722951"/>
                  <a:gd name="csX2" fmla="*/ 531438 w 1511968"/>
                  <a:gd name="csY2" fmla="*/ 345890 h 1722951"/>
                  <a:gd name="csX3" fmla="*/ 683794 w 1511968"/>
                  <a:gd name="csY3" fmla="*/ 307284 h 1722951"/>
                  <a:gd name="csX4" fmla="*/ 844173 w 1511968"/>
                  <a:gd name="csY4" fmla="*/ 313806 h 1722951"/>
                  <a:gd name="csX5" fmla="*/ 970828 w 1511968"/>
                  <a:gd name="csY5" fmla="*/ 324152 h 1722951"/>
                  <a:gd name="csX6" fmla="*/ 1014244 w 1511968"/>
                  <a:gd name="csY6" fmla="*/ 0 h 1722951"/>
                  <a:gd name="csX7" fmla="*/ 1264643 w 1511968"/>
                  <a:gd name="csY7" fmla="*/ 305222 h 1722951"/>
                  <a:gd name="csX8" fmla="*/ 1392075 w 1511968"/>
                  <a:gd name="csY8" fmla="*/ 622935 h 1722951"/>
                  <a:gd name="csX9" fmla="*/ 1452559 w 1511968"/>
                  <a:gd name="csY9" fmla="*/ 728453 h 1722951"/>
                  <a:gd name="csX10" fmla="*/ 1511968 w 1511968"/>
                  <a:gd name="csY10" fmla="*/ 1007096 h 1722951"/>
                  <a:gd name="csX11" fmla="*/ 755984 w 1511968"/>
                  <a:gd name="csY11" fmla="*/ 1722951 h 1722951"/>
                  <a:gd name="csX12" fmla="*/ 0 w 1511968"/>
                  <a:gd name="csY12" fmla="*/ 1007096 h 1722951"/>
                  <a:gd name="csX13" fmla="*/ 129111 w 1511968"/>
                  <a:gd name="csY13" fmla="*/ 606855 h 1722951"/>
                  <a:gd name="csX14" fmla="*/ 135968 w 1511968"/>
                  <a:gd name="csY14" fmla="*/ 598985 h 1722951"/>
                  <a:gd name="csX15" fmla="*/ 129338 w 1511968"/>
                  <a:gd name="csY15" fmla="*/ 529811 h 1722951"/>
                  <a:gd name="csX16" fmla="*/ 74937 w 1511968"/>
                  <a:gd name="csY16" fmla="*/ 40105 h 1722951"/>
                  <a:gd name="csX0" fmla="*/ 74937 w 1511968"/>
                  <a:gd name="csY0" fmla="*/ 40105 h 1722951"/>
                  <a:gd name="csX1" fmla="*/ 443042 w 1511968"/>
                  <a:gd name="csY1" fmla="*/ 392168 h 1722951"/>
                  <a:gd name="csX2" fmla="*/ 531438 w 1511968"/>
                  <a:gd name="csY2" fmla="*/ 345890 h 1722951"/>
                  <a:gd name="csX3" fmla="*/ 683794 w 1511968"/>
                  <a:gd name="csY3" fmla="*/ 307284 h 1722951"/>
                  <a:gd name="csX4" fmla="*/ 844173 w 1511968"/>
                  <a:gd name="csY4" fmla="*/ 313806 h 1722951"/>
                  <a:gd name="csX5" fmla="*/ 970828 w 1511968"/>
                  <a:gd name="csY5" fmla="*/ 324152 h 1722951"/>
                  <a:gd name="csX6" fmla="*/ 1014244 w 1511968"/>
                  <a:gd name="csY6" fmla="*/ 0 h 1722951"/>
                  <a:gd name="csX7" fmla="*/ 1264643 w 1511968"/>
                  <a:gd name="csY7" fmla="*/ 305222 h 1722951"/>
                  <a:gd name="csX8" fmla="*/ 1071233 w 1511968"/>
                  <a:gd name="csY8" fmla="*/ 646998 h 1722951"/>
                  <a:gd name="csX9" fmla="*/ 1452559 w 1511968"/>
                  <a:gd name="csY9" fmla="*/ 728453 h 1722951"/>
                  <a:gd name="csX10" fmla="*/ 1511968 w 1511968"/>
                  <a:gd name="csY10" fmla="*/ 1007096 h 1722951"/>
                  <a:gd name="csX11" fmla="*/ 755984 w 1511968"/>
                  <a:gd name="csY11" fmla="*/ 1722951 h 1722951"/>
                  <a:gd name="csX12" fmla="*/ 0 w 1511968"/>
                  <a:gd name="csY12" fmla="*/ 1007096 h 1722951"/>
                  <a:gd name="csX13" fmla="*/ 129111 w 1511968"/>
                  <a:gd name="csY13" fmla="*/ 606855 h 1722951"/>
                  <a:gd name="csX14" fmla="*/ 135968 w 1511968"/>
                  <a:gd name="csY14" fmla="*/ 598985 h 1722951"/>
                  <a:gd name="csX15" fmla="*/ 129338 w 1511968"/>
                  <a:gd name="csY15" fmla="*/ 529811 h 1722951"/>
                  <a:gd name="csX16" fmla="*/ 74937 w 1511968"/>
                  <a:gd name="csY16" fmla="*/ 40105 h 1722951"/>
                  <a:gd name="csX0" fmla="*/ 74937 w 1511968"/>
                  <a:gd name="csY0" fmla="*/ 40105 h 1722951"/>
                  <a:gd name="csX1" fmla="*/ 443042 w 1511968"/>
                  <a:gd name="csY1" fmla="*/ 392168 h 1722951"/>
                  <a:gd name="csX2" fmla="*/ 531438 w 1511968"/>
                  <a:gd name="csY2" fmla="*/ 345890 h 1722951"/>
                  <a:gd name="csX3" fmla="*/ 683794 w 1511968"/>
                  <a:gd name="csY3" fmla="*/ 307284 h 1722951"/>
                  <a:gd name="csX4" fmla="*/ 844173 w 1511968"/>
                  <a:gd name="csY4" fmla="*/ 313806 h 1722951"/>
                  <a:gd name="csX5" fmla="*/ 970828 w 1511968"/>
                  <a:gd name="csY5" fmla="*/ 324152 h 1722951"/>
                  <a:gd name="csX6" fmla="*/ 1014244 w 1511968"/>
                  <a:gd name="csY6" fmla="*/ 0 h 1722951"/>
                  <a:gd name="csX7" fmla="*/ 1264643 w 1511968"/>
                  <a:gd name="csY7" fmla="*/ 305222 h 1722951"/>
                  <a:gd name="csX8" fmla="*/ 814560 w 1511968"/>
                  <a:gd name="csY8" fmla="*/ 735229 h 1722951"/>
                  <a:gd name="csX9" fmla="*/ 1452559 w 1511968"/>
                  <a:gd name="csY9" fmla="*/ 728453 h 1722951"/>
                  <a:gd name="csX10" fmla="*/ 1511968 w 1511968"/>
                  <a:gd name="csY10" fmla="*/ 1007096 h 1722951"/>
                  <a:gd name="csX11" fmla="*/ 755984 w 1511968"/>
                  <a:gd name="csY11" fmla="*/ 1722951 h 1722951"/>
                  <a:gd name="csX12" fmla="*/ 0 w 1511968"/>
                  <a:gd name="csY12" fmla="*/ 1007096 h 1722951"/>
                  <a:gd name="csX13" fmla="*/ 129111 w 1511968"/>
                  <a:gd name="csY13" fmla="*/ 606855 h 1722951"/>
                  <a:gd name="csX14" fmla="*/ 135968 w 1511968"/>
                  <a:gd name="csY14" fmla="*/ 598985 h 1722951"/>
                  <a:gd name="csX15" fmla="*/ 129338 w 1511968"/>
                  <a:gd name="csY15" fmla="*/ 529811 h 1722951"/>
                  <a:gd name="csX16" fmla="*/ 74937 w 1511968"/>
                  <a:gd name="csY16" fmla="*/ 40105 h 17229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1511968" h="1722951">
                    <a:moveTo>
                      <a:pt x="74937" y="40105"/>
                    </a:moveTo>
                    <a:lnTo>
                      <a:pt x="443042" y="392168"/>
                    </a:lnTo>
                    <a:lnTo>
                      <a:pt x="531438" y="345890"/>
                    </a:lnTo>
                    <a:cubicBezTo>
                      <a:pt x="580651" y="336354"/>
                      <a:pt x="631672" y="312631"/>
                      <a:pt x="683794" y="307284"/>
                    </a:cubicBezTo>
                    <a:cubicBezTo>
                      <a:pt x="735917" y="301937"/>
                      <a:pt x="794961" y="304270"/>
                      <a:pt x="844173" y="313806"/>
                    </a:cubicBezTo>
                    <a:lnTo>
                      <a:pt x="970828" y="324152"/>
                    </a:lnTo>
                    <a:lnTo>
                      <a:pt x="1014244" y="0"/>
                    </a:lnTo>
                    <a:cubicBezTo>
                      <a:pt x="1138398" y="124154"/>
                      <a:pt x="1184433" y="134477"/>
                      <a:pt x="1264643" y="305222"/>
                    </a:cubicBezTo>
                    <a:lnTo>
                      <a:pt x="814560" y="735229"/>
                    </a:lnTo>
                    <a:lnTo>
                      <a:pt x="1452559" y="728453"/>
                    </a:lnTo>
                    <a:cubicBezTo>
                      <a:pt x="1490814" y="814097"/>
                      <a:pt x="1511968" y="908257"/>
                      <a:pt x="1511968" y="1007096"/>
                    </a:cubicBezTo>
                    <a:cubicBezTo>
                      <a:pt x="1511968" y="1402452"/>
                      <a:pt x="1173502" y="1722951"/>
                      <a:pt x="755984" y="1722951"/>
                    </a:cubicBezTo>
                    <a:cubicBezTo>
                      <a:pt x="338466" y="1722951"/>
                      <a:pt x="0" y="1402452"/>
                      <a:pt x="0" y="1007096"/>
                    </a:cubicBezTo>
                    <a:cubicBezTo>
                      <a:pt x="0" y="858838"/>
                      <a:pt x="47597" y="721106"/>
                      <a:pt x="129111" y="606855"/>
                    </a:cubicBezTo>
                    <a:lnTo>
                      <a:pt x="135968" y="598985"/>
                    </a:lnTo>
                    <a:lnTo>
                      <a:pt x="129338" y="529811"/>
                    </a:lnTo>
                    <a:cubicBezTo>
                      <a:pt x="129338" y="367087"/>
                      <a:pt x="-49216" y="164259"/>
                      <a:pt x="74937" y="40105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43" name="直線コネクタ 42">
                <a:extLst>
                  <a:ext uri="{FF2B5EF4-FFF2-40B4-BE49-F238E27FC236}">
                    <a16:creationId xmlns:a16="http://schemas.microsoft.com/office/drawing/2014/main" id="{14E5A5D5-9EDB-8D16-25BE-8869CEAC9946}"/>
                  </a:ext>
                </a:extLst>
              </p:cNvPr>
              <p:cNvCxnSpPr/>
              <p:nvPr/>
            </p:nvCxnSpPr>
            <p:spPr>
              <a:xfrm>
                <a:off x="3112169" y="4321073"/>
                <a:ext cx="52136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コネクタ 43">
                <a:extLst>
                  <a:ext uri="{FF2B5EF4-FFF2-40B4-BE49-F238E27FC236}">
                    <a16:creationId xmlns:a16="http://schemas.microsoft.com/office/drawing/2014/main" id="{41DDDD5A-B8C5-3E6A-E0C8-521B59A32E92}"/>
                  </a:ext>
                </a:extLst>
              </p:cNvPr>
              <p:cNvCxnSpPr/>
              <p:nvPr/>
            </p:nvCxnSpPr>
            <p:spPr>
              <a:xfrm>
                <a:off x="4431631" y="4321073"/>
                <a:ext cx="52136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7B689930-EA52-827E-0C8F-C0037BCEF1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12169" y="4411579"/>
                <a:ext cx="521368" cy="699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コネクタ 45">
                <a:extLst>
                  <a:ext uri="{FF2B5EF4-FFF2-40B4-BE49-F238E27FC236}">
                    <a16:creationId xmlns:a16="http://schemas.microsoft.com/office/drawing/2014/main" id="{A3357061-35A1-9132-76BB-CF1C07717C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1631" y="4411579"/>
                <a:ext cx="521368" cy="699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6A58FEDE-500F-9D8D-14CB-DF93D4E97C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2169" y="4133790"/>
                <a:ext cx="521368" cy="933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コネクタ 47">
                <a:extLst>
                  <a:ext uri="{FF2B5EF4-FFF2-40B4-BE49-F238E27FC236}">
                    <a16:creationId xmlns:a16="http://schemas.microsoft.com/office/drawing/2014/main" id="{20EDBA5F-7530-7D57-188D-A7F116598F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31631" y="4133790"/>
                <a:ext cx="521368" cy="933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C0F9B228-441B-DA8A-D692-BDE4A3D3C797}"/>
                </a:ext>
              </a:extLst>
            </p:cNvPr>
            <p:cNvSpPr/>
            <p:nvPr/>
          </p:nvSpPr>
          <p:spPr>
            <a:xfrm>
              <a:off x="3575174" y="4043006"/>
              <a:ext cx="107320" cy="1073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>
              <a:extLst>
                <a:ext uri="{FF2B5EF4-FFF2-40B4-BE49-F238E27FC236}">
                  <a16:creationId xmlns:a16="http://schemas.microsoft.com/office/drawing/2014/main" id="{33C03A12-0577-75B2-2144-DEA0DEB01E3C}"/>
                </a:ext>
              </a:extLst>
            </p:cNvPr>
            <p:cNvSpPr/>
            <p:nvPr/>
          </p:nvSpPr>
          <p:spPr>
            <a:xfrm>
              <a:off x="4040393" y="4083112"/>
              <a:ext cx="107320" cy="1073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3D8854E5-68B4-24E3-A3BD-E2BD2DA04B9D}"/>
              </a:ext>
            </a:extLst>
          </p:cNvPr>
          <p:cNvGrpSpPr/>
          <p:nvPr/>
        </p:nvGrpSpPr>
        <p:grpSpPr>
          <a:xfrm>
            <a:off x="1925053" y="3288357"/>
            <a:ext cx="1840830" cy="1642741"/>
            <a:chOff x="1925053" y="3288357"/>
            <a:chExt cx="1840830" cy="1642741"/>
          </a:xfrm>
        </p:grpSpPr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CCBD2F6E-D7E7-3FF3-50EC-830F20FB7B9F}"/>
                </a:ext>
              </a:extLst>
            </p:cNvPr>
            <p:cNvGrpSpPr/>
            <p:nvPr/>
          </p:nvGrpSpPr>
          <p:grpSpPr>
            <a:xfrm>
              <a:off x="1925053" y="3288357"/>
              <a:ext cx="1840830" cy="1642741"/>
              <a:chOff x="2967790" y="3312420"/>
              <a:chExt cx="1840830" cy="1642741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050101DD-07A2-BF3D-1EAC-66B7CF68A403}"/>
                  </a:ext>
                </a:extLst>
              </p:cNvPr>
              <p:cNvGrpSpPr/>
              <p:nvPr/>
            </p:nvGrpSpPr>
            <p:grpSpPr>
              <a:xfrm>
                <a:off x="2967790" y="3312420"/>
                <a:ext cx="1840830" cy="1642741"/>
                <a:chOff x="3112169" y="3312420"/>
                <a:chExt cx="1840830" cy="1642741"/>
              </a:xfrm>
            </p:grpSpPr>
            <p:sp>
              <p:nvSpPr>
                <p:cNvPr id="17" name="フリーフォーム 16">
                  <a:extLst>
                    <a:ext uri="{FF2B5EF4-FFF2-40B4-BE49-F238E27FC236}">
                      <a16:creationId xmlns:a16="http://schemas.microsoft.com/office/drawing/2014/main" id="{06AFAC3E-BB8D-104F-1C87-53B07E4420B3}"/>
                    </a:ext>
                  </a:extLst>
                </p:cNvPr>
                <p:cNvSpPr/>
                <p:nvPr/>
              </p:nvSpPr>
              <p:spPr>
                <a:xfrm>
                  <a:off x="3280610" y="3312420"/>
                  <a:ext cx="1511968" cy="1642741"/>
                </a:xfrm>
                <a:custGeom>
                  <a:avLst/>
                  <a:gdLst>
                    <a:gd name="csX0" fmla="*/ 315568 w 1511968"/>
                    <a:gd name="csY0" fmla="*/ 0 h 1642741"/>
                    <a:gd name="csX1" fmla="*/ 555337 w 1511968"/>
                    <a:gd name="csY1" fmla="*/ 239769 h 1642741"/>
                    <a:gd name="csX2" fmla="*/ 603627 w 1511968"/>
                    <a:gd name="csY2" fmla="*/ 225575 h 1642741"/>
                    <a:gd name="csX3" fmla="*/ 755984 w 1511968"/>
                    <a:gd name="csY3" fmla="*/ 211031 h 1642741"/>
                    <a:gd name="csX4" fmla="*/ 908341 w 1511968"/>
                    <a:gd name="csY4" fmla="*/ 225575 h 1642741"/>
                    <a:gd name="csX5" fmla="*/ 970828 w 1511968"/>
                    <a:gd name="csY5" fmla="*/ 243942 h 1642741"/>
                    <a:gd name="csX6" fmla="*/ 1214770 w 1511968"/>
                    <a:gd name="csY6" fmla="*/ 0 h 1642741"/>
                    <a:gd name="csX7" fmla="*/ 1401001 w 1511968"/>
                    <a:gd name="csY7" fmla="*/ 449601 h 1642741"/>
                    <a:gd name="csX8" fmla="*/ 1392075 w 1511968"/>
                    <a:gd name="csY8" fmla="*/ 542725 h 1642741"/>
                    <a:gd name="csX9" fmla="*/ 1452559 w 1511968"/>
                    <a:gd name="csY9" fmla="*/ 648243 h 1642741"/>
                    <a:gd name="csX10" fmla="*/ 1511968 w 1511968"/>
                    <a:gd name="csY10" fmla="*/ 926886 h 1642741"/>
                    <a:gd name="csX11" fmla="*/ 755984 w 1511968"/>
                    <a:gd name="csY11" fmla="*/ 1642741 h 1642741"/>
                    <a:gd name="csX12" fmla="*/ 0 w 1511968"/>
                    <a:gd name="csY12" fmla="*/ 926886 h 1642741"/>
                    <a:gd name="csX13" fmla="*/ 129111 w 1511968"/>
                    <a:gd name="csY13" fmla="*/ 526645 h 1642741"/>
                    <a:gd name="csX14" fmla="*/ 135968 w 1511968"/>
                    <a:gd name="csY14" fmla="*/ 518775 h 1642741"/>
                    <a:gd name="csX15" fmla="*/ 129338 w 1511968"/>
                    <a:gd name="csY15" fmla="*/ 449601 h 1642741"/>
                    <a:gd name="csX16" fmla="*/ 315568 w 1511968"/>
                    <a:gd name="csY16" fmla="*/ 0 h 16427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511968" h="1642741">
                      <a:moveTo>
                        <a:pt x="315568" y="0"/>
                      </a:moveTo>
                      <a:lnTo>
                        <a:pt x="555337" y="239769"/>
                      </a:lnTo>
                      <a:lnTo>
                        <a:pt x="603627" y="225575"/>
                      </a:lnTo>
                      <a:cubicBezTo>
                        <a:pt x="652840" y="216039"/>
                        <a:pt x="703794" y="211031"/>
                        <a:pt x="755984" y="211031"/>
                      </a:cubicBezTo>
                      <a:cubicBezTo>
                        <a:pt x="808174" y="211031"/>
                        <a:pt x="859129" y="216039"/>
                        <a:pt x="908341" y="225575"/>
                      </a:cubicBezTo>
                      <a:lnTo>
                        <a:pt x="970828" y="243942"/>
                      </a:lnTo>
                      <a:lnTo>
                        <a:pt x="1214770" y="0"/>
                      </a:lnTo>
                      <a:cubicBezTo>
                        <a:pt x="1338924" y="124154"/>
                        <a:pt x="1401001" y="286877"/>
                        <a:pt x="1401001" y="449601"/>
                      </a:cubicBezTo>
                      <a:lnTo>
                        <a:pt x="1392075" y="542725"/>
                      </a:lnTo>
                      <a:lnTo>
                        <a:pt x="1452559" y="648243"/>
                      </a:lnTo>
                      <a:cubicBezTo>
                        <a:pt x="1490814" y="733887"/>
                        <a:pt x="1511968" y="828047"/>
                        <a:pt x="1511968" y="926886"/>
                      </a:cubicBezTo>
                      <a:cubicBezTo>
                        <a:pt x="1511968" y="1322242"/>
                        <a:pt x="1173502" y="1642741"/>
                        <a:pt x="755984" y="1642741"/>
                      </a:cubicBezTo>
                      <a:cubicBezTo>
                        <a:pt x="338466" y="1642741"/>
                        <a:pt x="0" y="1322242"/>
                        <a:pt x="0" y="926886"/>
                      </a:cubicBezTo>
                      <a:cubicBezTo>
                        <a:pt x="0" y="778628"/>
                        <a:pt x="47597" y="640896"/>
                        <a:pt x="129111" y="526645"/>
                      </a:cubicBezTo>
                      <a:lnTo>
                        <a:pt x="135968" y="518775"/>
                      </a:lnTo>
                      <a:lnTo>
                        <a:pt x="129338" y="449601"/>
                      </a:lnTo>
                      <a:cubicBezTo>
                        <a:pt x="129338" y="286877"/>
                        <a:pt x="191415" y="124154"/>
                        <a:pt x="315568" y="0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9" name="直線コネクタ 18">
                  <a:extLst>
                    <a:ext uri="{FF2B5EF4-FFF2-40B4-BE49-F238E27FC236}">
                      <a16:creationId xmlns:a16="http://schemas.microsoft.com/office/drawing/2014/main" id="{C6B99CED-6DBF-ED45-D8DB-ABD59FB3515C}"/>
                    </a:ext>
                  </a:extLst>
                </p:cNvPr>
                <p:cNvCxnSpPr/>
                <p:nvPr/>
              </p:nvCxnSpPr>
              <p:spPr>
                <a:xfrm>
                  <a:off x="3112169" y="4321073"/>
                  <a:ext cx="52136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コネクタ 19">
                  <a:extLst>
                    <a:ext uri="{FF2B5EF4-FFF2-40B4-BE49-F238E27FC236}">
                      <a16:creationId xmlns:a16="http://schemas.microsoft.com/office/drawing/2014/main" id="{9ED8CB32-A7D6-0F94-5DE3-6F7DA52AAFC1}"/>
                    </a:ext>
                  </a:extLst>
                </p:cNvPr>
                <p:cNvCxnSpPr/>
                <p:nvPr/>
              </p:nvCxnSpPr>
              <p:spPr>
                <a:xfrm>
                  <a:off x="4431631" y="4321073"/>
                  <a:ext cx="52136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線コネクタ 20">
                  <a:extLst>
                    <a:ext uri="{FF2B5EF4-FFF2-40B4-BE49-F238E27FC236}">
                      <a16:creationId xmlns:a16="http://schemas.microsoft.com/office/drawing/2014/main" id="{2923AB8E-3B41-C042-9993-26B8B4B4E7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12169" y="4411579"/>
                  <a:ext cx="521368" cy="6991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線コネクタ 21">
                  <a:extLst>
                    <a:ext uri="{FF2B5EF4-FFF2-40B4-BE49-F238E27FC236}">
                      <a16:creationId xmlns:a16="http://schemas.microsoft.com/office/drawing/2014/main" id="{3D1D793D-F5F1-A62B-464F-6CE0A59A7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31631" y="4411579"/>
                  <a:ext cx="521368" cy="6991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コネクタ 22">
                  <a:extLst>
                    <a:ext uri="{FF2B5EF4-FFF2-40B4-BE49-F238E27FC236}">
                      <a16:creationId xmlns:a16="http://schemas.microsoft.com/office/drawing/2014/main" id="{CD470FB4-4729-215E-7B03-1D83A73D02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12169" y="4133790"/>
                  <a:ext cx="521368" cy="9330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コネクタ 23">
                  <a:extLst>
                    <a:ext uri="{FF2B5EF4-FFF2-40B4-BE49-F238E27FC236}">
                      <a16:creationId xmlns:a16="http://schemas.microsoft.com/office/drawing/2014/main" id="{9C1D60A1-7DB3-046E-DF89-F649004E8C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31631" y="4133790"/>
                  <a:ext cx="521368" cy="9330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円/楕円 34">
                <a:extLst>
                  <a:ext uri="{FF2B5EF4-FFF2-40B4-BE49-F238E27FC236}">
                    <a16:creationId xmlns:a16="http://schemas.microsoft.com/office/drawing/2014/main" id="{5368F931-F5BB-49FF-823C-C31642DD48C2}"/>
                  </a:ext>
                </a:extLst>
              </p:cNvPr>
              <p:cNvSpPr/>
              <p:nvPr/>
            </p:nvSpPr>
            <p:spPr>
              <a:xfrm>
                <a:off x="3575174" y="3970817"/>
                <a:ext cx="107320" cy="107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円/楕円 35">
                <a:extLst>
                  <a:ext uri="{FF2B5EF4-FFF2-40B4-BE49-F238E27FC236}">
                    <a16:creationId xmlns:a16="http://schemas.microsoft.com/office/drawing/2014/main" id="{606C6CD5-8FF1-B72A-0132-A41F7EDFE840}"/>
                  </a:ext>
                </a:extLst>
              </p:cNvPr>
              <p:cNvSpPr/>
              <p:nvPr/>
            </p:nvSpPr>
            <p:spPr>
              <a:xfrm>
                <a:off x="4080498" y="3978839"/>
                <a:ext cx="107320" cy="10732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55304A54-EBA0-79BA-EDDF-555FDE017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1783" y="4330521"/>
              <a:ext cx="188283" cy="1175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9DBC7D6E-99DF-01BD-A4E8-A744E48189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43062" y="4317080"/>
              <a:ext cx="187238" cy="1309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三角形 57">
            <a:extLst>
              <a:ext uri="{FF2B5EF4-FFF2-40B4-BE49-F238E27FC236}">
                <a16:creationId xmlns:a16="http://schemas.microsoft.com/office/drawing/2014/main" id="{3ACB73AA-FDF3-360D-128B-0F2C8C1F5807}"/>
              </a:ext>
            </a:extLst>
          </p:cNvPr>
          <p:cNvSpPr/>
          <p:nvPr/>
        </p:nvSpPr>
        <p:spPr>
          <a:xfrm rot="8100000">
            <a:off x="6208293" y="3620254"/>
            <a:ext cx="304800" cy="139443"/>
          </a:xfrm>
          <a:prstGeom prst="triangl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三角形 58">
            <a:extLst>
              <a:ext uri="{FF2B5EF4-FFF2-40B4-BE49-F238E27FC236}">
                <a16:creationId xmlns:a16="http://schemas.microsoft.com/office/drawing/2014/main" id="{DDD1D02D-9AC6-6250-B78F-472A8C6DB4D6}"/>
              </a:ext>
            </a:extLst>
          </p:cNvPr>
          <p:cNvSpPr/>
          <p:nvPr/>
        </p:nvSpPr>
        <p:spPr>
          <a:xfrm rot="8100000">
            <a:off x="6025750" y="3801379"/>
            <a:ext cx="304800" cy="139443"/>
          </a:xfrm>
          <a:prstGeom prst="triangl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三角形 59">
            <a:extLst>
              <a:ext uri="{FF2B5EF4-FFF2-40B4-BE49-F238E27FC236}">
                <a16:creationId xmlns:a16="http://schemas.microsoft.com/office/drawing/2014/main" id="{464ECEE3-7599-40CD-6388-0311AA8E334D}"/>
              </a:ext>
            </a:extLst>
          </p:cNvPr>
          <p:cNvSpPr/>
          <p:nvPr/>
        </p:nvSpPr>
        <p:spPr>
          <a:xfrm>
            <a:off x="6429525" y="4049463"/>
            <a:ext cx="304800" cy="139443"/>
          </a:xfrm>
          <a:prstGeom prst="triangl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三角形 60">
            <a:extLst>
              <a:ext uri="{FF2B5EF4-FFF2-40B4-BE49-F238E27FC236}">
                <a16:creationId xmlns:a16="http://schemas.microsoft.com/office/drawing/2014/main" id="{77A790AB-AE79-3A28-3A00-3AF1C3851954}"/>
              </a:ext>
            </a:extLst>
          </p:cNvPr>
          <p:cNvSpPr/>
          <p:nvPr/>
        </p:nvSpPr>
        <p:spPr>
          <a:xfrm>
            <a:off x="6156812" y="4049464"/>
            <a:ext cx="304800" cy="139443"/>
          </a:xfrm>
          <a:prstGeom prst="triangl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622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</TotalTime>
  <Words>6</Words>
  <Application>Microsoft Macintosh PowerPoint</Application>
  <PresentationFormat>ワイド画面</PresentationFormat>
  <Paragraphs>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フレッシュマンセミナーI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kkagawa</dc:creator>
  <cp:lastModifiedBy>kkagawa</cp:lastModifiedBy>
  <cp:revision>7</cp:revision>
  <dcterms:created xsi:type="dcterms:W3CDTF">2026-05-20T00:35:16Z</dcterms:created>
  <dcterms:modified xsi:type="dcterms:W3CDTF">2026-06-07T11:57:44Z</dcterms:modified>
</cp:coreProperties>
</file>